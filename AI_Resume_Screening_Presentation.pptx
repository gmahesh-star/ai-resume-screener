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0" y="2011680"/>
            <a:ext cx="210312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AI</a:t>
            </a:r>
            <a:r>
              <a:rPr lang="en-IN" dirty="0"/>
              <a:t>-Powered</a:t>
            </a:r>
            <a:r>
              <a:rPr dirty="0"/>
              <a:t> Resume Screening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4747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  <a:latin typeface="Calibri"/>
              </a:defRPr>
            </a:pPr>
            <a:r>
              <a:rPr dirty="0"/>
              <a:t>Intelligent candidate matching using NLP, Semantic Similarity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7548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FastAPI  •  spaCy  •  Sentence-Transformers  •  Scikit-learn  • 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rPr dirty="0"/>
              <a:t>▸  Manual resume screening is time-consuming and error-prone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rPr dirty="0"/>
              <a:t>▸  HR teams spend 23+ hours per hire reviewing resumes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rPr dirty="0"/>
              <a:t>▸  Keyword-based filters miss semantically relevant candidates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rPr dirty="0"/>
              <a:t>▸  Unconscious bias can affect manual screening processes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rPr dirty="0"/>
              <a:t>▸  No standardized scoring system for fair comparison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rPr dirty="0"/>
              <a:t>▸  Scaling hiring pipelines is difficult without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4114800" cy="4389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9D"/>
                </a:solidFill>
                <a:latin typeface="Calibri"/>
              </a:defRPr>
            </a:pPr>
            <a:r>
              <a:rPr dirty="0"/>
              <a:t>💡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5603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rPr dirty="0"/>
              <a:t>An AI-powered system that: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rPr dirty="0"/>
              <a:t>✓ Extracts text from PDF/DOCX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rPr dirty="0"/>
              <a:t>✓ Identifies skills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rPr dirty="0"/>
              <a:t>✓ Computes semantic similarity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rPr dirty="0"/>
              <a:t>✓ Ranks candidates objectively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rPr dirty="0"/>
              <a:t>✓ Provides instant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3200400" cy="508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92024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Frontend</a:t>
            </a:r>
          </a:p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(HTML/CSS/JS)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377440"/>
            <a:ext cx="192024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Calibri"/>
              </a:defRPr>
            </a:pPr>
            <a:r>
              <a:t>FastAPI</a:t>
            </a:r>
          </a:p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377440"/>
            <a:ext cx="192024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Calibri"/>
              </a:defRPr>
            </a:pPr>
            <a:r>
              <a:t>AI Service</a:t>
            </a:r>
          </a:p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(NLP Engine)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377440"/>
            <a:ext cx="192024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Calibri"/>
              </a:defRPr>
            </a:pPr>
            <a:r>
              <a:t>SQLite</a:t>
            </a:r>
          </a:p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377440"/>
            <a:ext cx="192024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9D"/>
                </a:solidFill>
                <a:latin typeface="Calibri"/>
              </a:defRPr>
            </a:pPr>
            <a:r>
              <a:t>File Parser</a:t>
            </a:r>
          </a:p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(PDF/DOCX)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0C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0C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0C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0C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① User uploads resumes (PDF/DOCX) and pastes a job description via the Web UI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② FastAPI backend receives files and routes them to the File Parser for text extraction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③ Extracted text is sent to the AI Service for NLP processing (spaCy + Sentence-Transformers)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④ Skills are matched, TF-IDF + Semantic similarity scores are computed (70/30 weighted blend)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⑤ Results are stored in SQLite, ranked by match score, and returned to the frontend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508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560320" cy="3474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C63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011680" cy="25400"/>
          </a:xfrm>
          <a:prstGeom prst="round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Python 3.9+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FastAPI (REST API framework)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Uvicorn (ASGI Server)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SQLAlchemy + 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011680"/>
            <a:ext cx="2560320" cy="3474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Calibri"/>
              </a:defRPr>
            </a:pPr>
            <a:r>
              <a:t>AI / NLP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743200"/>
            <a:ext cx="2011680" cy="25400"/>
          </a:xfrm>
          <a:prstGeom prst="round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30175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spaCy (en_core_web_sm)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Sentence-Transformers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  (all-MiniLM-L6-v2)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Scikit-learn (TF-IDF)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2560320" cy="3474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011680" cy="254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HTML5 + CSS3 + JavaScript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Glassmorphism UI Design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Drag &amp; Drop file upload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Real-time progress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011680"/>
            <a:ext cx="2560320" cy="3474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9D"/>
                </a:solidFill>
                <a:latin typeface="Calibri"/>
              </a:defRPr>
            </a:pPr>
            <a:r>
              <a:t>Utilities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743200"/>
            <a:ext cx="2011680" cy="254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30175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pdfplumber (PDF parsing)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python-docx (DOCX parsing)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python-multipart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CORS Middleware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Matching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The system uses a dual-approach scoring model that combines traditional NLP with modern deep learning embeddings: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029200" cy="3657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🧠 Semantic Similarity (70% weight)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Uses all-MiniLM-L6-v2 Sentence Transformer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Generates 384-dim dense embeddings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Captures contextual meaning beyond keywords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Cosine similarity between resume &amp; JD vectors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Understanding synonym relationships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  (e.g., 'ML' ≈ 'Machine Learning')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5029200" cy="3657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Calibri"/>
              </a:defRPr>
            </a:pPr>
            <a:r>
              <a:t>📊 TF-IDF Similarity (30% weight)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3832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Traditional term frequency–inverse doc frequency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Sparse vector representation of text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Exact keyword matching strength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Cosine similarity on TF-IDF vectors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Complements semantic for precision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  <a:latin typeface="Calibri"/>
              </a:defRPr>
            </a:pPr>
            <a:r>
              <a:t>• Catches specific technical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6400800"/>
            <a:ext cx="7589520" cy="411480"/>
          </a:xfrm>
          <a:prstGeom prst="round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64008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Final Score  =  ( Semantic × 0.70 )  +  ( TF-IDF × 0.30 )     →    0% –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Resume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Supports PDF &amp; DOCX</a:t>
            </a:r>
            <a:br/>
            <a:r>
              <a:t>Drag-and-drop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011680"/>
            <a:ext cx="33832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39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9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Skill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2651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Auto-detects 40+ tech skills</a:t>
            </a:r>
            <a:br/>
            <a:r>
              <a:t>from predefined skill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2011680"/>
            <a:ext cx="33832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8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8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AI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8" y="2651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Semantic + TF-IDF blend</a:t>
            </a:r>
            <a:br/>
            <a:r>
              <a:t>70/30 weighted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33832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43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Smart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46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Candidates ranked by score</a:t>
            </a:r>
            <a:br/>
            <a:r>
              <a:t>Highest match first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206240"/>
            <a:ext cx="33832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39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4343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9D"/>
                </a:solidFill>
                <a:latin typeface="Calibri"/>
              </a:defRPr>
            </a:pPr>
            <a:r>
              <a:t>Data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4846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SQLite stores all results</a:t>
            </a:r>
            <a:br/>
            <a:r>
              <a:t>History tracking built-in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8" y="4206240"/>
            <a:ext cx="33832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8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8" y="4343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Calibri"/>
              </a:defRPr>
            </a:pPr>
            <a:r>
              <a:t>Modern Web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8" y="4846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Glassmorphism design</a:t>
            </a:r>
            <a:br/>
            <a:r>
              <a:t>Real-time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50800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4572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D2FF"/>
                </a:solidFill>
                <a:latin typeface="Consolas"/>
              </a:defRPr>
            </a:pPr>
            <a:r>
              <a:rPr lang="en-IN" dirty="0" err="1"/>
              <a:t>Ai_resume_screening</a:t>
            </a:r>
            <a:r>
              <a:rPr lang="en-IN" dirty="0"/>
              <a:t>/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├── backend/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├── main.py              # </a:t>
            </a:r>
            <a:r>
              <a:rPr lang="en-IN" dirty="0" err="1"/>
              <a:t>FastAPI</a:t>
            </a:r>
            <a:r>
              <a:rPr lang="en-IN" dirty="0"/>
              <a:t> Routes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├── database.py          # SQLite Database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├── services/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│   └── ai_service.py    # AI/NLP Engine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└── utils/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    └── file_parser.py   # PDF/DOCX Parser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├── frontend/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├── index.html           # Web Interface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├── style.css            # Custom Styling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└── script.js            # Client Logic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├── data/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├── example_jd.txt       # Sample Job Description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│   └── generate_samples.py  # Resume Generator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├── requirements.txt</a:t>
            </a:r>
          </a:p>
          <a:p>
            <a:pPr>
              <a:spcAft>
                <a:spcPts val="200"/>
              </a:spcAft>
              <a:defRPr sz="1300" b="0">
                <a:solidFill>
                  <a:srgbClr val="B0B0C0"/>
                </a:solidFill>
                <a:latin typeface="Consolas"/>
              </a:defRPr>
            </a:pPr>
            <a:r>
              <a:rPr lang="en-IN" dirty="0"/>
              <a:t>└── README.md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4846320" cy="4572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C63FF"/>
                </a:solidFill>
                <a:latin typeface="Calibri"/>
              </a:defRPr>
            </a:pPr>
            <a:r>
              <a:t>Module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main.py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34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REST API endpoints: /upload-resume, /results, /results (DELETE). Handles file uploads, CORS, and startup events.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520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ai_service.py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94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Core NLP engine: text preprocessing with spaCy, skill extraction from SKILLS_DB, TF-IDF &amp; Sentence-Transformer similarity scoring.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database.py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7548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SQLite persistence layer: stores filenames, scores, matched/missing skills. Supports history retrieval and clearing.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file_parser.py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7150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Extracts raw text from uploaded PDF (pdfplumber) and DOCX (python-docx)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Frontend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A sleek, modern glassmorphism interface built with vanilla HTML/CSS/JS — no external frameworks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651760" cy="22860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Navigation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200400"/>
            <a:ext cx="2103120" cy="2540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Sticky nav bar with smooth</a:t>
            </a:r>
            <a:br/>
            <a:r>
              <a:t>scroll between Upload,</a:t>
            </a:r>
            <a:br/>
            <a:r>
              <a:t>Results, and History sections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560320"/>
            <a:ext cx="2651760" cy="22860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Calibri"/>
              </a:defRPr>
            </a:pPr>
            <a:r>
              <a:t>Upload Zone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200400"/>
            <a:ext cx="2103120" cy="25400"/>
          </a:xfrm>
          <a:prstGeom prst="round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33832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Drag-and-drop area with</a:t>
            </a:r>
            <a:br/>
            <a:r>
              <a:t>real-time file list preview,</a:t>
            </a:r>
            <a:br/>
            <a:r>
              <a:t>char counter for JD textarea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560320"/>
            <a:ext cx="2651760" cy="22860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Calibri"/>
              </a:defRPr>
            </a:pPr>
            <a:r>
              <a:t>Results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200400"/>
            <a:ext cx="2103120" cy="25400"/>
          </a:xfrm>
          <a:prstGeom prst="round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Animated score cards with</a:t>
            </a:r>
            <a:br/>
            <a:r>
              <a:t>color-coded match bars,</a:t>
            </a:r>
            <a:br/>
            <a:r>
              <a:t>skill chips (green/red)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2560320"/>
            <a:ext cx="2651760" cy="22860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9D"/>
                </a:solidFill>
                <a:latin typeface="Calibri"/>
              </a:defRPr>
            </a:pPr>
            <a:r>
              <a:t>Loading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3200400"/>
            <a:ext cx="2103120" cy="2540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55480" y="33832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Multi-step progress indicator</a:t>
            </a:r>
            <a:br/>
            <a:r>
              <a:t>showing: Extract → Parse →</a:t>
            </a:r>
            <a:br/>
            <a:r>
              <a:t>Match → Rank stages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🎨 Dark theme with glassmorphism cards  •  Animated background glows &amp; grid pattern  •  Inter + JetBrains Mono typography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⚡ Animated spinner with 4-step progress  •  Hover effects on all interactive elements  •  Responsive layout for all screen sizes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  <a:latin typeface="Calibri"/>
              </a:defRPr>
            </a:pPr>
            <a:r>
              <a:t>🏆 Color-coded match scores: Green (&gt;70%), Yellow (40-70%), Red (&lt;40%)  •  Skill chips with matched/missing indicators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Example Output — Demo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Job Description: "Senior AI Engineer — Python, ML, NLP, FastAPI, Docker..."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474720" cy="4114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Rank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onsolas"/>
              </a:defRPr>
            </a:pPr>
            <a:r>
              <a:t>Jane_Doe_Resume.docx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474720"/>
            <a:ext cx="2926080" cy="54864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96"/>
                </a:solidFill>
                <a:latin typeface="Calibri"/>
              </a:defRPr>
            </a:pPr>
            <a:r>
              <a:t>Match Score: ~85%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Calibri"/>
              </a:defRPr>
            </a:pPr>
            <a:r>
              <a:t>✅ Matched Skills: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python, machine learning, nlp, fastapi, spacy, git,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9D"/>
                </a:solidFill>
                <a:latin typeface="Calibri"/>
              </a:defRPr>
            </a:pPr>
            <a:r>
              <a:t>❌ Missing Skills: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60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377440"/>
            <a:ext cx="3474720" cy="4114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2514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Calibri"/>
              </a:defRPr>
            </a:pPr>
            <a:r>
              <a:t>Rank 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onsolas"/>
              </a:defRPr>
            </a:pPr>
            <a:r>
              <a:t>John_Smith_Resume.docx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3474720"/>
            <a:ext cx="2926080" cy="54864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500"/>
                </a:solidFill>
                <a:latin typeface="Calibri"/>
              </a:defRPr>
            </a:pPr>
            <a:r>
              <a:t>Match Score: ~35%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297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Calibri"/>
              </a:defRPr>
            </a:pPr>
            <a:r>
              <a:t>✅ Matched Skills: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663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9D"/>
                </a:solidFill>
                <a:latin typeface="Calibri"/>
              </a:defRPr>
            </a:pPr>
            <a:r>
              <a:t>❌ Missing Skills: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5760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machine learning, nlp, docker, fastapi, spacy, git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377440"/>
            <a:ext cx="3474720" cy="4114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2514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Calibri"/>
              </a:defRPr>
            </a:pPr>
            <a:r>
              <a:t>Rank 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onsolas"/>
              </a:defRPr>
            </a:pPr>
            <a:r>
              <a:t>Alice_Jones_Resume.docx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3474720"/>
            <a:ext cx="2926080" cy="54864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9D"/>
                </a:solidFill>
                <a:latin typeface="Calibri"/>
              </a:defRPr>
            </a:pPr>
            <a:r>
              <a:t>Match Score: ~15%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297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Calibri"/>
              </a:defRPr>
            </a:pPr>
            <a:r>
              <a:t>✅ Matched Skills: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663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9D"/>
                </a:solidFill>
                <a:latin typeface="Calibri"/>
              </a:defRPr>
            </a:pPr>
            <a:r>
              <a:t>❌ Missing Skills: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5760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Most key indicators missing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508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RESTful API built with FastAPI — auto-generated Swagger docs at /docs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698480" cy="12801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1097280" cy="365760"/>
          </a:xfrm>
          <a:prstGeom prst="round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0F1A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onsolas"/>
              </a:defRPr>
            </a:pPr>
            <a:r>
              <a:t>/upload-resume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Upload resumes + job description for AI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97180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Calibri"/>
              </a:defRPr>
            </a:pPr>
            <a:r>
              <a:t>Body: job_description (form), files[] (multipart)</a:t>
            </a:r>
            <a:br/>
            <a:r>
              <a:t>Response: Ranked list of candidates with scores &amp;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12801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1097280" cy="36576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0F1A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/results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Retrieve all past screening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4348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Calibri"/>
              </a:defRPr>
            </a:pPr>
            <a:r>
              <a:t>Response: All stored results ordered by match_score DESC</a:t>
            </a:r>
            <a:br/>
            <a:r>
              <a:t>Includes: filename, score, matched/missing skills, rank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12801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1097280" cy="365760"/>
          </a:xfrm>
          <a:prstGeom prst="round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0F1A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Consolas"/>
              </a:defRPr>
            </a:pPr>
            <a:r>
              <a:t>/results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4406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Clear all stored screening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89788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Calibri"/>
              </a:defRPr>
            </a:pPr>
            <a:r>
              <a:t>Response: { status: 'success', message: 'Results cleared' }</a:t>
            </a:r>
            <a:br/>
            <a:r>
              <a:t>Resets the SQLite database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743200" cy="50800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Setup &amp; Installation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Create Virtual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68580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onsolas"/>
              </a:defRPr>
            </a:pPr>
            <a:r>
              <a:t>python -m venv venv</a:t>
            </a:r>
            <a:br/>
            <a:r>
              <a:t>venv\Scripts\activate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Install Dependencies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88920"/>
            <a:ext cx="68580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88036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onsolas"/>
              </a:defRPr>
            </a:pPr>
            <a:r>
              <a:t>pip install -r requirements.txt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Download NLP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749040"/>
            <a:ext cx="68580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384048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onsolas"/>
              </a:defRPr>
            </a:pPr>
            <a:r>
              <a:t>python -m spacy download en_core_web_sm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Start Backend Server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709160"/>
            <a:ext cx="68580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80060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onsolas"/>
              </a:defRPr>
            </a:pPr>
            <a:r>
              <a:t>uvicorn backend.main:app --reload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715000"/>
            <a:ext cx="457200" cy="457200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9D"/>
                </a:solidFill>
                <a:latin typeface="Calibri"/>
              </a:defRPr>
            </a:pPr>
            <a:r>
              <a:t>Open Frontend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5669280"/>
            <a:ext cx="68580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0" y="576072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onsolas"/>
              </a:defRPr>
            </a:pPr>
            <a:r>
              <a:t>Open frontend/index.html in browser</a:t>
            </a:r>
            <a:br/>
            <a:r>
              <a:t>or: python -m http.server 8080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3200400" cy="5080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94960" cy="12801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03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Resume Improvement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146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Provide AI-powered feedback to candidates on how to improve their resume for a given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011680"/>
            <a:ext cx="5394960" cy="12801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03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alibri"/>
              </a:defRPr>
            </a:pPr>
            <a:r>
              <a:t>Education &amp; Experience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5146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Extract and score educational qualifications, certifications, and years of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5394960" cy="12801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11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Advanced Analytics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Visual charts showing skill distribution, score trends, and batch comparison statistics.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520440"/>
            <a:ext cx="5394960" cy="12801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11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Calibri"/>
              </a:defRPr>
            </a:pPr>
            <a:r>
              <a:t>User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0233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Secure login, role-based access control, and per-recruiter history tracking.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5394960" cy="12801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120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Calibri"/>
              </a:defRPr>
            </a:pPr>
            <a:r>
              <a:t>Cloud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3212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Docker containerization, CI/CD pipeline, and deployment to AWS/GCP/Azure.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5029200"/>
            <a:ext cx="5394960" cy="12801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120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LLM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53212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Use GPT/Gemini for generating interview questions tailored to each candidate's profile.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86000" y="1645920"/>
            <a:ext cx="758952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6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0" y="2286000"/>
            <a:ext cx="210312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25603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56616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Calibri"/>
              </a:defRPr>
            </a:pPr>
            <a:r>
              <a:t>AI-Powered Resume Screening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2062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Built with Python • FastAPI • spaCy • Sentence-Transformers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1314</Words>
  <Application>Microsoft Office PowerPoint</Application>
  <PresentationFormat>Widescreen</PresentationFormat>
  <Paragraphs>214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G. Mahesh</cp:lastModifiedBy>
  <cp:revision>3</cp:revision>
  <dcterms:created xsi:type="dcterms:W3CDTF">2013-01-27T09:14:16Z</dcterms:created>
  <dcterms:modified xsi:type="dcterms:W3CDTF">2026-03-29T04:55:20Z</dcterms:modified>
  <cp:category/>
</cp:coreProperties>
</file>